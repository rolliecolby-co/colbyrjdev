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414B4-36B3-4643-841C-FD1E7A0FC462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F4879-9DF9-406D-B390-393B296C624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56" name="Picture 32" descr="http://upload.wikimedia.org/wikipedia/commons/thumb/8/8f/Sainte_Chapelle_-_Rosace.jpg/1024px-Sainte_Chapelle_-_Rosa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382000" cy="6495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joyce</dc:creator>
  <cp:lastModifiedBy>joyce</cp:lastModifiedBy>
  <cp:revision>5</cp:revision>
  <dcterms:created xsi:type="dcterms:W3CDTF">2013-03-13T00:04:18Z</dcterms:created>
  <dcterms:modified xsi:type="dcterms:W3CDTF">2013-03-13T16:16:51Z</dcterms:modified>
</cp:coreProperties>
</file>